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0" r:id="rId5"/>
    <p:sldId id="265" r:id="rId6"/>
    <p:sldId id="266" r:id="rId7"/>
    <p:sldId id="267" r:id="rId8"/>
    <p:sldId id="268" r:id="rId9"/>
    <p:sldId id="269" r:id="rId10"/>
    <p:sldId id="270" r:id="rId11"/>
    <p:sldId id="273" r:id="rId12"/>
    <p:sldId id="274" r:id="rId13"/>
    <p:sldId id="275" r:id="rId14"/>
    <p:sldId id="276" r:id="rId15"/>
    <p:sldId id="279" r:id="rId16"/>
    <p:sldId id="280" r:id="rId17"/>
    <p:sldId id="281" r:id="rId18"/>
    <p:sldId id="278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03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5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8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8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1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6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0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9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repscholar.com/what-is-a-good-act-score-a-bad-act-score-an-excellent-act-score" TargetMode="External"/><Relationship Id="rId2" Type="http://schemas.openxmlformats.org/officeDocument/2006/relationships/hyperlink" Target="https://blog.prepscholar.com/what-does-act-stand-fo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repscholar.com/sat-sections" TargetMode="External"/><Relationship Id="rId2" Type="http://schemas.openxmlformats.org/officeDocument/2006/relationships/hyperlink" Target="https://blog.collegevine.com/what-does-sat-stand-fo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prepscholar.com/act-vs-sa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8942-F966-45BE-9B0C-B45E27343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latin typeface="Expressway" panose="020B0604020200020204" pitchFamily="34" charset="0"/>
              </a:rPr>
              <a:t>ACT or SAT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656D9-5D00-485D-9913-5863C7535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n>
                  <a:solidFill>
                    <a:schemeClr val="tx2"/>
                  </a:solidFill>
                </a:ln>
                <a:latin typeface="Expressway" panose="020B0604020200020204" pitchFamily="34" charset="0"/>
              </a:rPr>
              <a:t>Which should you take ?</a:t>
            </a:r>
          </a:p>
        </p:txBody>
      </p:sp>
    </p:spTree>
    <p:extLst>
      <p:ext uri="{BB962C8B-B14F-4D97-AF65-F5344CB8AC3E}">
        <p14:creationId xmlns:p14="http://schemas.microsoft.com/office/powerpoint/2010/main" val="312795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B1D2-161F-4DAB-89F4-8D6EF84B3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Suppose I am an education advisor. 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My advisees can’t decide which test </a:t>
            </a:r>
          </a:p>
          <a:p>
            <a:pPr marL="0" indent="-73152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       they should be working on.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 have datasets of average student </a:t>
            </a:r>
          </a:p>
          <a:p>
            <a:pPr marL="0" indent="-73152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       performances by state.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 need to give a recommendation – ACT or SAT. </a:t>
            </a:r>
          </a:p>
        </p:txBody>
      </p:sp>
    </p:spTree>
    <p:extLst>
      <p:ext uri="{BB962C8B-B14F-4D97-AF65-F5344CB8AC3E}">
        <p14:creationId xmlns:p14="http://schemas.microsoft.com/office/powerpoint/2010/main" val="229173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Background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Datasets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Analysis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1264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1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222763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https://blog.prepscholar.com/what-does-act-stand-for</a:t>
            </a:r>
            <a:endParaRPr lang="en-US" dirty="0">
              <a:latin typeface="Thasadith" pitchFamily="2" charset="-34"/>
              <a:cs typeface="Thasadith" pitchFamily="2" charset="-34"/>
            </a:endParaRPr>
          </a:p>
          <a:p>
            <a:r>
              <a:rPr lang="en-US" dirty="0">
                <a:latin typeface="Thasadith" pitchFamily="2" charset="-34"/>
                <a:cs typeface="Thasadith" pitchFamily="2" charset="-34"/>
                <a:hlinkClick r:id="rId3"/>
              </a:rPr>
              <a:t>https://blog.prepscholar.com/what-is-a-good-act-score-a-bad-act-score-an-excellent-act-score</a:t>
            </a:r>
            <a:endParaRPr lang="en-US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ACT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 :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A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merican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C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ollege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esting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Accepted by all US colleges and universities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Score range (composite) : 1 – 36</a:t>
            </a:r>
          </a:p>
        </p:txBody>
      </p:sp>
    </p:spTree>
    <p:extLst>
      <p:ext uri="{BB962C8B-B14F-4D97-AF65-F5344CB8AC3E}">
        <p14:creationId xmlns:p14="http://schemas.microsoft.com/office/powerpoint/2010/main" val="39453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2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222763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https://blog.collegevine.com/what-does-sat-stand-for</a:t>
            </a:r>
            <a:endParaRPr lang="en-US" dirty="0">
              <a:latin typeface="Thasadith" pitchFamily="2" charset="-34"/>
              <a:cs typeface="Thasadith" pitchFamily="2" charset="-34"/>
            </a:endParaRPr>
          </a:p>
          <a:p>
            <a:r>
              <a:rPr lang="en-US" dirty="0">
                <a:latin typeface="Thasadith" pitchFamily="2" charset="-34"/>
                <a:cs typeface="Thasadith" pitchFamily="2" charset="-34"/>
                <a:hlinkClick r:id="rId3"/>
              </a:rPr>
              <a:t>https://blog.prepscholar.com/sat-sections</a:t>
            </a:r>
            <a:endParaRPr lang="en-US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SAT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 : Stands for nothing since 1997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Accepted by all US colleges and universities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Score range (total) : 400 – 1600</a:t>
            </a:r>
          </a:p>
        </p:txBody>
      </p:sp>
    </p:spTree>
    <p:extLst>
      <p:ext uri="{BB962C8B-B14F-4D97-AF65-F5344CB8AC3E}">
        <p14:creationId xmlns:p14="http://schemas.microsoft.com/office/powerpoint/2010/main" val="1759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3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499762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https://blog.prepscholar.com/act-vs-sat</a:t>
            </a:r>
            <a:r>
              <a:rPr lang="en-US" dirty="0">
                <a:latin typeface="Thasadith" pitchFamily="2" charset="-34"/>
                <a:cs typeface="Thasadith" pitchFamily="2" charset="-34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Some states require ACT/SAT.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: 11 states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Alabama, Hawaii, Kentucky, Mississippi, Montana, …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: 10 states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Colorado, Connecticut, Delaware, District of Columbia, …</a:t>
            </a:r>
          </a:p>
        </p:txBody>
      </p:sp>
    </p:spTree>
    <p:extLst>
      <p:ext uri="{BB962C8B-B14F-4D97-AF65-F5344CB8AC3E}">
        <p14:creationId xmlns:p14="http://schemas.microsoft.com/office/powerpoint/2010/main" val="15558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DATASETS (1)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Included in project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scores 2017 - 2019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scores 2017 - 2019</a:t>
            </a:r>
          </a:p>
        </p:txBody>
      </p:sp>
    </p:spTree>
    <p:extLst>
      <p:ext uri="{BB962C8B-B14F-4D97-AF65-F5344CB8AC3E}">
        <p14:creationId xmlns:p14="http://schemas.microsoft.com/office/powerpoint/2010/main" val="6280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DATASETS (2)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Outside research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percentiles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Based on ACT-tested high school graduates in 2017 - 2019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percentiles</a:t>
            </a:r>
          </a:p>
          <a:p>
            <a:pPr marL="1097280" lvl="2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hasadith" pitchFamily="2" charset="-34"/>
                <a:cs typeface="Thasadith" pitchFamily="2" charset="-34"/>
              </a:rPr>
              <a:t>Based on actual SAT scores of students in 2016 - 2020 who took the new SAT </a:t>
            </a:r>
          </a:p>
        </p:txBody>
      </p:sp>
    </p:spTree>
    <p:extLst>
      <p:ext uri="{BB962C8B-B14F-4D97-AF65-F5344CB8AC3E}">
        <p14:creationId xmlns:p14="http://schemas.microsoft.com/office/powerpoint/2010/main" val="325961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AD83CFE-1CA3-4832-A4B9-C48CD134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A03C2D30-5AD7-47F8-AC79-86E44D5B3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397" y="270430"/>
            <a:ext cx="5763950" cy="52307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C98641C-7F74-435D-996F-A4387A3C3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5495589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THE DATASETS (3)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A9861133-8F82-4F61-AB5E-075729A1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7" y="270430"/>
            <a:ext cx="5770147" cy="434203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530C0F6-C8DF-4539-B30C-8105DB61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E51241-AA8B-4B82-9C59-6738DB8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4379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28" y="2286000"/>
            <a:ext cx="3200400" cy="2286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THE ANALYSES </a:t>
            </a:r>
            <a:b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</a:br>
            <a: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(1)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648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Not quite normally distributed.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percentiles are more widely spread.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conservative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high risk, high return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CBAC6204-C468-4C80-BEBD-F38C07111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8" cy="43520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792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648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Do not follow normal distributions.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left skewed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right skewed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is more popular.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C53F22B8-B691-488C-B444-7D354FBF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9" cy="465727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79579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461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Perhaps state mandatory policies or sponsorship.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downward trend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upward trend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has lost popularity to SAT.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(3)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193FAC80-02AB-448B-917E-BE291F4F1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9" cy="465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7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more popular in mainland states.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more popular in coastal states.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(4)</a:t>
            </a:r>
          </a:p>
        </p:txBody>
      </p:sp>
      <p:pic>
        <p:nvPicPr>
          <p:cNvPr id="5" name="Picture 4" descr="Map&#10;&#10;Description automatically generated with medium confidence">
            <a:extLst>
              <a:ext uri="{FF2B5EF4-FFF2-40B4-BE49-F238E27FC236}">
                <a16:creationId xmlns:a16="http://schemas.microsoft.com/office/drawing/2014/main" id="{8F941951-566A-4EA5-9961-E26F2F0DE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-2"/>
            <a:ext cx="8083102" cy="486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8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(5)</a:t>
            </a:r>
          </a:p>
        </p:txBody>
      </p:sp>
      <p:pic>
        <p:nvPicPr>
          <p:cNvPr id="10" name="Picture 9" descr="A picture containing map&#10;&#10;Description automatically generated">
            <a:extLst>
              <a:ext uri="{FF2B5EF4-FFF2-40B4-BE49-F238E27FC236}">
                <a16:creationId xmlns:a16="http://schemas.microsoft.com/office/drawing/2014/main" id="{B93E1974-0D9C-4785-AE44-38B4490A6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-25167"/>
            <a:ext cx="8089034" cy="486561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Contrast between participation rates and score percentiles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States with lower participation rates perform better on score percentiles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79537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(6)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Negative correlation between score percentiles and participation rates.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Perhaps, students with high scores prepared exclusively for the tests.</a:t>
            </a: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7B36A201-DC9D-48DA-8A51-224212834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79" y="1"/>
            <a:ext cx="7807067" cy="465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3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(7)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Take the negatively correlated participation rates into consideration. 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In general, the ACT yields higher score metrics.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C27ABB66-0C11-4932-911B-F905420FC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0"/>
            <a:ext cx="7807067" cy="493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2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(8)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still recommended for the mainland states.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preferred by the coastal regions.</a:t>
            </a:r>
          </a:p>
        </p:txBody>
      </p:sp>
      <p:pic>
        <p:nvPicPr>
          <p:cNvPr id="3" name="Picture 2" descr="A picture containing map&#10;&#10;Description automatically generated">
            <a:extLst>
              <a:ext uri="{FF2B5EF4-FFF2-40B4-BE49-F238E27FC236}">
                <a16:creationId xmlns:a16="http://schemas.microsoft.com/office/drawing/2014/main" id="{9154063B-8ED1-41CC-845F-DCA68E8CA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0"/>
            <a:ext cx="8089034" cy="484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CONCLUSION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80084AFF-EE3D-4913-A525-E53FD92CE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179" y="1829638"/>
            <a:ext cx="7994988" cy="449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29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24FFEB-27C5-4DC6-A3AF-9AC58DA1C552}"/>
              </a:ext>
            </a:extLst>
          </p:cNvPr>
          <p:cNvSpPr txBox="1">
            <a:spLocks/>
          </p:cNvSpPr>
          <p:nvPr/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latin typeface="Expressway" panose="020B0604020200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3577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464</TotalTime>
  <Words>468</Words>
  <Application>Microsoft Office PowerPoint</Application>
  <PresentationFormat>Widescreen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Calibri Light</vt:lpstr>
      <vt:lpstr>Expressway</vt:lpstr>
      <vt:lpstr>Thasadith</vt:lpstr>
      <vt:lpstr>Wingdings</vt:lpstr>
      <vt:lpstr>Retrospect</vt:lpstr>
      <vt:lpstr>ACT or SAT</vt:lpstr>
      <vt:lpstr>THE PROBLEM</vt:lpstr>
      <vt:lpstr>THE OUTLINE</vt:lpstr>
      <vt:lpstr>THE BACKGROUND (1)</vt:lpstr>
      <vt:lpstr>THE BACKGROUND (2)</vt:lpstr>
      <vt:lpstr>THE BACKGROUND (3)</vt:lpstr>
      <vt:lpstr>THE DATASETS (1)</vt:lpstr>
      <vt:lpstr>THE DATASETS (2)</vt:lpstr>
      <vt:lpstr>THE DATASETS (3)</vt:lpstr>
      <vt:lpstr>THE ANALYSES 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 or SAT</dc:title>
  <dc:creator>Saruth Kritdum</dc:creator>
  <cp:lastModifiedBy>Saruth Kritdum</cp:lastModifiedBy>
  <cp:revision>56</cp:revision>
  <dcterms:created xsi:type="dcterms:W3CDTF">2021-02-22T18:00:49Z</dcterms:created>
  <dcterms:modified xsi:type="dcterms:W3CDTF">2021-02-23T01:45:41Z</dcterms:modified>
</cp:coreProperties>
</file>